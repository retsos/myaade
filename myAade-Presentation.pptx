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586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8686800" y="0"/>
            <a:ext cx="109728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65760" cy="3657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Ηλεκτρονική Τιμολόγηση μέσω myDATA ΑΑΔΕ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 συνεργασία με Bratnet (etimologiera)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486400"/>
            <a:ext cx="36576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9" name="Text 7"/>
          <p:cNvSpPr/>
          <p:nvPr/>
        </p:nvSpPr>
        <p:spPr>
          <a:xfrm>
            <a:off x="868680" y="54406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Ρετσιλάς Γεώργιος
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Α.Μ. 2022143
Ελεύθερη Επιλογή · 8ο Εξάμηνο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0" y="548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96112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πρόβλημα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0292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των παραστατικών στην Ελλάδα πρέπει να υποβάλλονται στο myDATA της ΑΑΔΕ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Νομική απαίτηση από 2021 · Καθημερινή ανάγκη για κάθε επιχείρηση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το κάνει δύσκολο;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822960" cy="640080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1" name="Text 9"/>
          <p:cNvSpPr/>
          <p:nvPr/>
        </p:nvSpPr>
        <p:spPr>
          <a:xfrm>
            <a:off x="5943600" y="192024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49440" y="192024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διαφορετικοί τύποι παραστατικών (1.1, 2.1, 2.4, 5.1, 11.1, 11.2)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880360"/>
            <a:ext cx="822960" cy="640080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4" name="Text 12"/>
          <p:cNvSpPr/>
          <p:nvPr/>
        </p:nvSpPr>
        <p:spPr>
          <a:xfrm>
            <a:off x="5943600" y="288036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49440" y="28803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διαφορετικό flow με digital signature (createSimSign)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0" y="3840480"/>
            <a:ext cx="822960" cy="640080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7" name="Text 15"/>
          <p:cNvSpPr/>
          <p:nvPr/>
        </p:nvSpPr>
        <p:spPr>
          <a:xfrm>
            <a:off x="5943600" y="38404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49440" y="38404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πληρωμές B2B με ετεροχρονισμένη εξόφληση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43600" y="4800600"/>
            <a:ext cx="822960" cy="640080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0" name="Text 18"/>
          <p:cNvSpPr/>
          <p:nvPr/>
        </p:nvSpPr>
        <p:spPr>
          <a:xfrm>
            <a:off x="5943600" y="48006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9440" y="48006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σύνθετα payloads · 100+ πεδία ανά παραστατικό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Αρχιτεκτονική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28600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28600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5173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9504" y="2880360"/>
            <a:ext cx="365760" cy="274320"/>
          </a:xfrm>
          <a:prstGeom prst="lin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0" name="Shape 8"/>
          <p:cNvSpPr/>
          <p:nvPr/>
        </p:nvSpPr>
        <p:spPr>
          <a:xfrm>
            <a:off x="3337560" y="2286000"/>
            <a:ext cx="228600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3337560" y="2286000"/>
            <a:ext cx="228600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342900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2900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78424" y="2880360"/>
            <a:ext cx="365760" cy="274320"/>
          </a:xfrm>
          <a:prstGeom prst="lin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28600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6" name="Shape 14"/>
          <p:cNvSpPr/>
          <p:nvPr/>
        </p:nvSpPr>
        <p:spPr>
          <a:xfrm>
            <a:off x="6126480" y="2286000"/>
            <a:ext cx="22860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7" name="Text 15"/>
          <p:cNvSpPr/>
          <p:nvPr/>
        </p:nvSpPr>
        <p:spPr>
          <a:xfrm>
            <a:off x="621792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Bratnet API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etimologiera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467344" y="2880360"/>
            <a:ext cx="365760" cy="274320"/>
          </a:xfrm>
          <a:prstGeom prst="lin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0" name="Shape 18"/>
          <p:cNvSpPr/>
          <p:nvPr/>
        </p:nvSpPr>
        <p:spPr>
          <a:xfrm>
            <a:off x="8915400" y="2286000"/>
            <a:ext cx="228600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1" name="Shape 19"/>
          <p:cNvSpPr/>
          <p:nvPr/>
        </p:nvSpPr>
        <p:spPr>
          <a:xfrm>
            <a:off x="8915400" y="2286000"/>
            <a:ext cx="2286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2" name="Text 20"/>
          <p:cNvSpPr/>
          <p:nvPr/>
        </p:nvSpPr>
        <p:spPr>
          <a:xfrm>
            <a:off x="900684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AADE myDATA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0684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Tax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80160" y="4572000"/>
            <a:ext cx="3657600" cy="1188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dash"/>
          </a:ln>
        </p:spPr>
        <p:txBody>
          <a:bodyPr/>
          <a:lstStyle/>
          <a:p>
            <a:endParaRPr lang="el-GR"/>
          </a:p>
        </p:txBody>
      </p:sp>
      <p:sp>
        <p:nvSpPr>
          <p:cNvPr id="25" name="Text 23"/>
          <p:cNvSpPr/>
          <p:nvPr/>
        </p:nvSpPr>
        <p:spPr>
          <a:xfrm>
            <a:off x="128016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(local audit)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80160" y="51206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κάθε παραστατικού + series counters + customer cache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49040" y="3749040"/>
            <a:ext cx="0" cy="822960"/>
          </a:xfrm>
          <a:prstGeom prst="line">
            <a:avLst/>
          </a:prstGeom>
          <a:noFill/>
          <a:ln w="254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el-GR"/>
          </a:p>
        </p:txBody>
      </p:sp>
      <p:sp>
        <p:nvSpPr>
          <p:cNvPr id="28" name="Text 26"/>
          <p:cNvSpPr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Σχεδιαστικές αρχές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4892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env → DB sync μία φορά στο boot (single source of truth)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5257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Zustand cache για customers / series / company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0" y="5623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Auto-retry στο AADE error 603 (έως 5 προσπάθειες)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υποστηρίζει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6576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73152" cy="21945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7" name="Text 5"/>
          <p:cNvSpPr/>
          <p:nvPr/>
        </p:nvSpPr>
        <p:spPr>
          <a:xfrm>
            <a:off x="82296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Τιμολόγια Χονδρικής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· Τύποι 1.1 · 2.1 · 2.4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ή χωρίς POS · Επί πιστώσει · Μετρητά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280160"/>
            <a:ext cx="36576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4343400" y="1280160"/>
            <a:ext cx="73152" cy="219456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461772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Πιστωτικά Τιμολόγια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057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Τύπος 5.1 · με correlatedInvoices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25603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picker αρχικού · auto-fill ποσού/πελάτη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6576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6" name="Shape 14"/>
          <p:cNvSpPr/>
          <p:nvPr/>
        </p:nvSpPr>
        <p:spPr>
          <a:xfrm>
            <a:off x="8138160" y="128016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7" name="Text 15"/>
          <p:cNvSpPr/>
          <p:nvPr/>
        </p:nvSpPr>
        <p:spPr>
          <a:xfrm>
            <a:off x="841248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Αποδείξεις Λιανικής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2057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· Τύποι 11.1 · 11.2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25603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Πάντα με ταυτόχρονη πληρωμή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36576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1" name="Shape 19"/>
          <p:cNvSpPr/>
          <p:nvPr/>
        </p:nvSpPr>
        <p:spPr>
          <a:xfrm>
            <a:off x="548640" y="3657600"/>
            <a:ext cx="73152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2" name="Text 20"/>
          <p:cNvSpPr/>
          <p:nvPr/>
        </p:nvSpPr>
        <p:spPr>
          <a:xfrm>
            <a:off x="82296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Signature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4434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createSimSign → sendSimInvoice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937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signature για πληρωμή με κάρτα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657600"/>
            <a:ext cx="36576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6" name="Shape 24"/>
          <p:cNvSpPr/>
          <p:nvPr/>
        </p:nvSpPr>
        <p:spPr>
          <a:xfrm>
            <a:off x="4343400" y="3657600"/>
            <a:ext cx="73152" cy="21945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7" name="Text 25"/>
          <p:cNvSpPr/>
          <p:nvPr/>
        </p:nvSpPr>
        <p:spPr>
          <a:xfrm>
            <a:off x="461772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Ετεροχρονισμένη Πληρωμή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17720" y="4434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createSign → updatePayments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17720" y="4937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Εξόφληση εκκρεμών B2B μέσω POS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657600"/>
            <a:ext cx="3657600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1" name="Shape 29"/>
          <p:cNvSpPr/>
          <p:nvPr/>
        </p:nvSpPr>
        <p:spPr>
          <a:xfrm>
            <a:off x="8138160" y="3657600"/>
            <a:ext cx="73152" cy="21945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2" name="Text 30"/>
          <p:cNvSpPr/>
          <p:nvPr/>
        </p:nvSpPr>
        <p:spPr>
          <a:xfrm>
            <a:off x="841248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Ιστορικό · Mobile UI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412480" y="4434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Φίλτρα ΑΦΜ / MARK / Ημερομηνίες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412480" y="4937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+ σύνολα + responsive cards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Τεχνολογίες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846320"/>
          </a:xfrm>
          <a:prstGeom prst="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0352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7" name="Text 5"/>
          <p:cNvSpPr/>
          <p:nvPr/>
        </p:nvSpPr>
        <p:spPr>
          <a:xfrm>
            <a:off x="777240" y="1645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6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SPA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68680" y="283464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0" name="Text 8"/>
          <p:cNvSpPr/>
          <p:nvPr/>
        </p:nvSpPr>
        <p:spPr>
          <a:xfrm>
            <a:off x="118872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framework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33375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3" name="Text 11"/>
          <p:cNvSpPr/>
          <p:nvPr/>
        </p:nvSpPr>
        <p:spPr>
          <a:xfrm>
            <a:off x="118872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3246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codebase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384048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3749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styling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" y="434340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9" name="Text 17"/>
          <p:cNvSpPr/>
          <p:nvPr/>
        </p:nvSpPr>
        <p:spPr>
          <a:xfrm>
            <a:off x="118872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251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dev server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84632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2" name="Text 20"/>
          <p:cNvSpPr/>
          <p:nvPr/>
        </p:nvSpPr>
        <p:spPr>
          <a:xfrm>
            <a:off x="118872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4754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state cache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34924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5" name="Text 23"/>
          <p:cNvSpPr/>
          <p:nvPr/>
        </p:nvSpPr>
        <p:spPr>
          <a:xfrm>
            <a:off x="118872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91840" y="5257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routing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1371600"/>
            <a:ext cx="5303520" cy="484632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8" name="Shape 26"/>
          <p:cNvSpPr/>
          <p:nvPr/>
        </p:nvSpPr>
        <p:spPr>
          <a:xfrm>
            <a:off x="6309360" y="1371600"/>
            <a:ext cx="530352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9" name="Text 27"/>
          <p:cNvSpPr/>
          <p:nvPr/>
        </p:nvSpPr>
        <p:spPr>
          <a:xfrm>
            <a:off x="6537960" y="1645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37960" y="2011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REST API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629400" y="28346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2" name="Text 30"/>
          <p:cNvSpPr/>
          <p:nvPr/>
        </p:nvSpPr>
        <p:spPr>
          <a:xfrm>
            <a:off x="694944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5256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29400" y="33375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5" name="Text 33"/>
          <p:cNvSpPr/>
          <p:nvPr/>
        </p:nvSpPr>
        <p:spPr>
          <a:xfrm>
            <a:off x="694944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052560" y="3246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framework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29400" y="38404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8" name="Text 36"/>
          <p:cNvSpPr/>
          <p:nvPr/>
        </p:nvSpPr>
        <p:spPr>
          <a:xfrm>
            <a:off x="694944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052560" y="3749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SQL DB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629400" y="434340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41" name="Text 39"/>
          <p:cNvSpPr/>
          <p:nvPr/>
        </p:nvSpPr>
        <p:spPr>
          <a:xfrm>
            <a:off x="694944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52560" y="4251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client to Bratnet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629400" y="484632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44" name="Text 42"/>
          <p:cNvSpPr/>
          <p:nvPr/>
        </p:nvSpPr>
        <p:spPr>
          <a:xfrm>
            <a:off x="694944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dotenv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52560" y="4754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Env-based config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629400" y="53492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47" name="Text 45"/>
          <p:cNvSpPr/>
          <p:nvPr/>
        </p:nvSpPr>
        <p:spPr>
          <a:xfrm>
            <a:off x="694944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nodemon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052560" y="5257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auto-reload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0" y="2103120"/>
            <a:ext cx="1737360" cy="1463040"/>
          </a:xfrm>
          <a:prstGeom prst="lin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kern="0" spc="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σενάρια · ~2 λεπτά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60704" y="566928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0704" y="59893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Λιανική απόδειξη με POS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13504" y="566928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13504" y="59893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Εξόφληση εκκρεμούς B2B από Ιστορικό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66304" y="566928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66304" y="59893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Φιλτράρισμα + σύνολα περιόδου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Bratnet Reference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3716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73152" cy="1371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εφαρμογή θα γίνει open-source reference implementation της Bratnet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Στόχος: παράδειγμα καθαρής, σύγχρονης ενσωμάτωσης για developers και επιχειρήσεις που θέλουν να συνδέσουν δικά τους συστήματα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το κάνει αξιοποιήσιμο ως reference: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39496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777240" y="38404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6576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Καθαρή αρχιτεκτονική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069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για config · DB για state · zustand για cache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3429000"/>
            <a:ext cx="539496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17" name="Text 15"/>
          <p:cNvSpPr/>
          <p:nvPr/>
        </p:nvSpPr>
        <p:spPr>
          <a:xfrm>
            <a:off x="630936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49440" y="36576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codebase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0" y="4069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Σχόλια σε κάθε route, validation και complex hook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539496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1" name="Shape 19"/>
          <p:cNvSpPr/>
          <p:nvPr/>
        </p:nvSpPr>
        <p:spPr>
          <a:xfrm>
            <a:off x="777240" y="530352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2" name="Text 20"/>
          <p:cNvSpPr/>
          <p:nvPr/>
        </p:nvSpPr>
        <p:spPr>
          <a:xfrm>
            <a:off x="77724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gotchas λυμένα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17320" y="55321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Auto-retry 603 · tidNsp naming · correlatedInvoices για 5.1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4892040"/>
            <a:ext cx="5394960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6" name="Shape 24"/>
          <p:cNvSpPr/>
          <p:nvPr/>
        </p:nvSpPr>
        <p:spPr>
          <a:xfrm>
            <a:off x="6309360" y="530352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27" name="Text 25"/>
          <p:cNvSpPr/>
          <p:nvPr/>
        </p:nvSpPr>
        <p:spPr>
          <a:xfrm>
            <a:off x="630936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UX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49440" y="55321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loaders · Toasts · Validation · Mobile-first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Ευχαριστώ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097280" y="2834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097280" y="4572000"/>
            <a:ext cx="99669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6" name="Text 4"/>
          <p:cNvSpPr/>
          <p:nvPr/>
        </p:nvSpPr>
        <p:spPr>
          <a:xfrm>
            <a:off x="1371600" y="475488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Ρετσιλάς Γεώργιος   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Α.Μ. 2022143
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Ελεύθερη Επιλογή · 8ο Εξάμηνο
</a:t>
            </a:r>
            <a:r>
              <a:rPr lang="en-US" sz="12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— σε συνεργασία με Bratnet (etimologiera)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497</Words>
  <Application>Microsoft Office PowerPoint</Application>
  <PresentationFormat>Widescreen</PresentationFormat>
  <Paragraphs>132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Georgios Retsilas</cp:lastModifiedBy>
  <cp:revision>2</cp:revision>
  <dcterms:created xsi:type="dcterms:W3CDTF">2026-05-16T09:03:17Z</dcterms:created>
  <dcterms:modified xsi:type="dcterms:W3CDTF">2026-05-16T09:12:42Z</dcterms:modified>
</cp:coreProperties>
</file>