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9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Shape 1"/>
          <p:cNvSpPr/>
          <p:nvPr/>
        </p:nvSpPr>
        <p:spPr>
          <a:xfrm>
            <a:off x="8686800" y="0"/>
            <a:ext cx="109728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Ηλεκτρονική Τιμολόγηση μέσω myDATA ΑΑΔΕ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συνεργασία με Bratnet (etimologiera)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486400"/>
            <a:ext cx="36576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868680" y="54406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Ρετσιλάς Γεώργιος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Α.Μ. 2022143
Ελεύθερη Επιλογή · 8ο Εξάμηνο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0" y="5943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πρόβλημα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6814" y="6492240"/>
            <a:ext cx="114386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των παραστατικών στην Ελλάδα πρέπει να υποβάλλονται στο myDATA της ΑΑΔΕ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Νομική απαίτηση από 2021 · Καθημερινή ανάγκη για κάθε επιχείρηση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το κάνει δύσκολο;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82296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διαφορετικοί τύποι παραστατικών (1.1, 2.1, 2.4, 5.1, 11.1, 11.2)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880360"/>
            <a:ext cx="82296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5943600" y="2880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2880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διαφορετικό flow με digital signature (createSimSign)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3840480"/>
            <a:ext cx="82296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5943600" y="3840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3840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πληρωμές B2B με ετεροχρονισμένη εξόφληση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4800600"/>
            <a:ext cx="82296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0" name="Text 18"/>
          <p:cNvSpPr/>
          <p:nvPr/>
        </p:nvSpPr>
        <p:spPr>
          <a:xfrm>
            <a:off x="5943600" y="4800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4800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σύνθετα payloads · 100+ πεδία ανά παραστατικό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66158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28600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286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9504" y="2880360"/>
            <a:ext cx="365760" cy="27432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28600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Shape 9"/>
          <p:cNvSpPr/>
          <p:nvPr/>
        </p:nvSpPr>
        <p:spPr>
          <a:xfrm>
            <a:off x="3337560" y="2286000"/>
            <a:ext cx="2286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2" name="Text 10"/>
          <p:cNvSpPr/>
          <p:nvPr/>
        </p:nvSpPr>
        <p:spPr>
          <a:xfrm>
            <a:off x="342900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78424" y="2880360"/>
            <a:ext cx="365760" cy="27432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28600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286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621792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Bratnet 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etimologiera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67344" y="2880360"/>
            <a:ext cx="365760" cy="27432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0" name="Shape 18"/>
          <p:cNvSpPr/>
          <p:nvPr/>
        </p:nvSpPr>
        <p:spPr>
          <a:xfrm>
            <a:off x="8915400" y="2286000"/>
            <a:ext cx="228600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Shape 19"/>
          <p:cNvSpPr/>
          <p:nvPr/>
        </p:nvSpPr>
        <p:spPr>
          <a:xfrm>
            <a:off x="8915400" y="2286000"/>
            <a:ext cx="2286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2" name="Text 20"/>
          <p:cNvSpPr/>
          <p:nvPr/>
        </p:nvSpPr>
        <p:spPr>
          <a:xfrm>
            <a:off x="900684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 myDATA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06840" y="3063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Tax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80160" y="4572000"/>
            <a:ext cx="36576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l-GR"/>
          </a:p>
        </p:txBody>
      </p:sp>
      <p:sp>
        <p:nvSpPr>
          <p:cNvPr id="25" name="Text 23"/>
          <p:cNvSpPr/>
          <p:nvPr/>
        </p:nvSpPr>
        <p:spPr>
          <a:xfrm>
            <a:off x="128016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audit)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5120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κάθε παραστατικού + series counters + customer cache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3749040"/>
            <a:ext cx="0" cy="82296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el-GR"/>
          </a:p>
        </p:txBody>
      </p:sp>
      <p:sp>
        <p:nvSpPr>
          <p:cNvPr id="28" name="Text 26"/>
          <p:cNvSpPr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Σχεδιαστικές αρχές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4892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 → DB sync μία φορά στο boot (single source of truth)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Zustand cache για customers / series / company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5623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Auto-retry στο AADE error 603 (έως 5 προσπάθειες)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υποστηρίζει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05774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73152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Τιμολόγια Χονδρικής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Τύποι 1.1 · 2.1 · 2.4 · 5.1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ή χωρίς POS · Επί πιστώσει · Μετρητά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6576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Shape 9"/>
          <p:cNvSpPr/>
          <p:nvPr/>
        </p:nvSpPr>
        <p:spPr>
          <a:xfrm>
            <a:off x="4343400" y="128016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Αποδείξεις Λιανικής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Τύποι 11.1 · 11.2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Πάντα με ταυτόχρονη πληρωμή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6576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" name="Shape 14"/>
          <p:cNvSpPr/>
          <p:nvPr/>
        </p:nvSpPr>
        <p:spPr>
          <a:xfrm>
            <a:off x="8138160" y="128016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841248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Signature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createSimSign → sendSimInvoice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για πληρωμή με κάρτα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6576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73152" cy="21945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2" name="Text 20"/>
          <p:cNvSpPr/>
          <p:nvPr/>
        </p:nvSpPr>
        <p:spPr>
          <a:xfrm>
            <a:off x="82296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Ετεροχρονισμένη Πληρωμή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createSign → updatePayments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937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Εξόφληση εκκρεμών B2B μέσω POS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36576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6" name="Shape 24"/>
          <p:cNvSpPr/>
          <p:nvPr/>
        </p:nvSpPr>
        <p:spPr>
          <a:xfrm>
            <a:off x="4343400" y="3657600"/>
            <a:ext cx="73152" cy="21945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7" name="Text 25"/>
          <p:cNvSpPr/>
          <p:nvPr/>
        </p:nvSpPr>
        <p:spPr>
          <a:xfrm>
            <a:off x="461772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Ιστορικό &amp; Αναζήτηση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Φίλτρα ΑΦΜ / MARK / Ημερομηνίες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4937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+ σύνολα περιόδου από backend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657600"/>
            <a:ext cx="36576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1" name="Shape 29"/>
          <p:cNvSpPr/>
          <p:nvPr/>
        </p:nvSpPr>
        <p:spPr>
          <a:xfrm>
            <a:off x="8138160" y="3657600"/>
            <a:ext cx="73152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2" name="Text 30"/>
          <p:cNvSpPr/>
          <p:nvPr/>
        </p:nvSpPr>
        <p:spPr>
          <a:xfrm>
            <a:off x="841248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UI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sidebar · Filter modal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4937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view σε κινητό · Skeleton loaders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Τεχνολογίες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862642" y="6497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03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SPA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Text 11"/>
          <p:cNvSpPr/>
          <p:nvPr/>
        </p:nvSpPr>
        <p:spPr>
          <a:xfrm>
            <a:off x="118872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codebase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" name="Text 14"/>
          <p:cNvSpPr/>
          <p:nvPr/>
        </p:nvSpPr>
        <p:spPr>
          <a:xfrm>
            <a:off x="11887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34340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9" name="Text 17"/>
          <p:cNvSpPr/>
          <p:nvPr/>
        </p:nvSpPr>
        <p:spPr>
          <a:xfrm>
            <a:off x="118872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dev server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84632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2" name="Text 20"/>
          <p:cNvSpPr/>
          <p:nvPr/>
        </p:nvSpPr>
        <p:spPr>
          <a:xfrm>
            <a:off x="118872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754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state cache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3492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5" name="Text 23"/>
          <p:cNvSpPr/>
          <p:nvPr/>
        </p:nvSpPr>
        <p:spPr>
          <a:xfrm>
            <a:off x="118872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routing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8" name="Shape 26"/>
          <p:cNvSpPr/>
          <p:nvPr/>
        </p:nvSpPr>
        <p:spPr>
          <a:xfrm>
            <a:off x="6309360" y="1371600"/>
            <a:ext cx="53035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9" name="Text 27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2011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REST API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629400" y="28346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2" name="Text 30"/>
          <p:cNvSpPr/>
          <p:nvPr/>
        </p:nvSpPr>
        <p:spPr>
          <a:xfrm>
            <a:off x="69494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525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29400" y="3337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5" name="Text 33"/>
          <p:cNvSpPr/>
          <p:nvPr/>
        </p:nvSpPr>
        <p:spPr>
          <a:xfrm>
            <a:off x="694944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5256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framework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29400" y="38404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8" name="Text 36"/>
          <p:cNvSpPr/>
          <p:nvPr/>
        </p:nvSpPr>
        <p:spPr>
          <a:xfrm>
            <a:off x="694944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5256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 DB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9400" y="43434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1" name="Text 39"/>
          <p:cNvSpPr/>
          <p:nvPr/>
        </p:nvSpPr>
        <p:spPr>
          <a:xfrm>
            <a:off x="694944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5256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to Bratnet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29400" y="48463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4" name="Text 42"/>
          <p:cNvSpPr/>
          <p:nvPr/>
        </p:nvSpPr>
        <p:spPr>
          <a:xfrm>
            <a:off x="694944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52560" y="4754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config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29400" y="53492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7" name="Text 45"/>
          <p:cNvSpPr/>
          <p:nvPr/>
        </p:nvSpPr>
        <p:spPr>
          <a:xfrm>
            <a:off x="6949440" y="5257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05256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auto-reload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2103120"/>
            <a:ext cx="1737360" cy="146304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σενάρια · ~2 λεπτά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0704" y="566928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704" y="59893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Λιανική απόδειξη με POS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13504" y="566928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13504" y="59893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Εξόφληση εκκρεμούς B2B από Ιστορικό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66304" y="566928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66304" y="59893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Φιλτράρισμα + σύνολα περιόδου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Bratnet Reference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802257" y="6492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· 2025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3716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73152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εφαρμογή θα γίνει open-source reference implementation της Bratnet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Στόχος: παράδειγμα καθαρής, σύγχρονης ενσωμάτωσης για developers και επιχειρήσεις που θέλουν να συνδέσουν δικά τους συστήματα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το κάνει αξιοποιήσιμο ως reference: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9496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Shape 9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657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Καθαρή αρχιτεκτονική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4069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για config · DB για state · zustand για cache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429000"/>
            <a:ext cx="539496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630936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3657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codebase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40690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Σχόλια σε κάθε route, validation και complex hook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9496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120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gotchas λυμένα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532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στο 603 · tidNsp naming · transactionId dedup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4892040"/>
            <a:ext cx="539496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6" name="Shape 24"/>
          <p:cNvSpPr/>
          <p:nvPr/>
        </p:nvSpPr>
        <p:spPr>
          <a:xfrm>
            <a:off x="6309360" y="5303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7" name="Text 25"/>
          <p:cNvSpPr/>
          <p:nvPr/>
        </p:nvSpPr>
        <p:spPr>
          <a:xfrm>
            <a:off x="630936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440" y="5120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UX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5532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loaders · Toasts · Validation · Mobile-first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09728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4572000"/>
            <a:ext cx="9966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1371600" y="47548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Ρετσιλάς Γεώργιος   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Α.Μ. 2022143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Ελεύθερη Επιλογή · 8ο Εξάμηνο
</a:t>
            </a: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myAade App — σε συνεργασία με Bratnet (etimologiera)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497</Words>
  <Application>Microsoft Office PowerPoint</Application>
  <PresentationFormat>Widescreen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Georgios Retsilas</cp:lastModifiedBy>
  <cp:revision>2</cp:revision>
  <dcterms:created xsi:type="dcterms:W3CDTF">2026-05-14T20:00:26Z</dcterms:created>
  <dcterms:modified xsi:type="dcterms:W3CDTF">2026-05-14T20:36:50Z</dcterms:modified>
</cp:coreProperties>
</file>