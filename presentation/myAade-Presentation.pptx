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3502152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0"/>
            <a:ext cx="109728" cy="68580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2194560"/>
            <a:ext cx="365760" cy="36576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65176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myAade App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Ηλεκτρονική Τιμολόγηση μέσω myDATA ΑΑΔΕ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Σε συνεργασία με Bratnet (etimologiera)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5486400"/>
            <a:ext cx="36576" cy="8229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5440680"/>
            <a:ext cx="54864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Ρετσιλάς Γεώργιος
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Α.Μ. 2022143
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Ελεύθερη Επιλογή · 8ο Εξάμηνο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961120" y="548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8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961120" y="59436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137160" cy="13716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411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πρόβλημα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601200" y="64922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myAade App · 2025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029200" cy="4754880"/>
          </a:xfrm>
          <a:prstGeom prst="rect">
            <a:avLst>
              <a:gd name="adj" fmla="val 192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45920"/>
            <a:ext cx="4572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0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4663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των παραστατικών στην Ελλάδα πρέπει να υποβάλλονται στο myDATA της ΑΑΔΕ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5029200"/>
            <a:ext cx="46634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Νομική απαίτηση από 2021 · Καθημερινή ανάγκη για κάθε επιχείρηση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0" y="137160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Τι το κάνει δύσκολο;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943600" y="1920240"/>
            <a:ext cx="822960" cy="640080"/>
          </a:xfrm>
          <a:prstGeom prst="rect">
            <a:avLst>
              <a:gd name="adj" fmla="val 11429"/>
            </a:avLst>
          </a:prstGeom>
          <a:solidFill>
            <a:srgbClr val="1E3A8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0" y="1920240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6+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49440" y="1920240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διαφορετικοί τύποι παραστατικών (1.1, 2.1, 2.4, 5.1, 11.1, 11.2)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943600" y="2880360"/>
            <a:ext cx="822960" cy="640080"/>
          </a:xfrm>
          <a:prstGeom prst="rect">
            <a:avLst>
              <a:gd name="adj" fmla="val 11429"/>
            </a:avLst>
          </a:prstGeom>
          <a:solidFill>
            <a:srgbClr val="1E3A8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0" y="2880360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949440" y="2880360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διαφορετικό flow με digital signature (createSimSign)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43600" y="3840480"/>
            <a:ext cx="822960" cy="640080"/>
          </a:xfrm>
          <a:prstGeom prst="rect">
            <a:avLst>
              <a:gd name="adj" fmla="val 11429"/>
            </a:avLst>
          </a:prstGeom>
          <a:solidFill>
            <a:srgbClr val="1E3A8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0" y="3840480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949440" y="3840480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πληρωμές B2B με ετεροχρονισμένη εξόφληση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943600" y="4800600"/>
            <a:ext cx="822960" cy="640080"/>
          </a:xfrm>
          <a:prstGeom prst="rect">
            <a:avLst>
              <a:gd name="adj" fmla="val 11429"/>
            </a:avLst>
          </a:prstGeom>
          <a:solidFill>
            <a:srgbClr val="1E3A8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4800600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949440" y="4800600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σύνθετα payloads · 100+ πεδία ανά παραστατικό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137160" cy="13716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411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Αρχιτεκτονική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601200" y="64922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myAade App · 2025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286000" cy="1463040"/>
          </a:xfrm>
          <a:prstGeom prst="rect">
            <a:avLst>
              <a:gd name="adj" fmla="val 6250"/>
            </a:avLst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86000"/>
            <a:ext cx="2286000" cy="7315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5603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UI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306324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5173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89504" y="2880360"/>
            <a:ext cx="365760" cy="274320"/>
          </a:xfrm>
          <a:prstGeom prst="rightTriangl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2286000"/>
            <a:ext cx="2286000" cy="1463040"/>
          </a:xfrm>
          <a:prstGeom prst="rect">
            <a:avLst>
              <a:gd name="adj" fmla="val 6250"/>
            </a:avLst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37560" y="2286000"/>
            <a:ext cx="2286000" cy="7315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25603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API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429000" y="306324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3000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78424" y="2880360"/>
            <a:ext cx="365760" cy="274320"/>
          </a:xfrm>
          <a:prstGeom prst="rightTriangl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2286000"/>
            <a:ext cx="2286000" cy="1463040"/>
          </a:xfrm>
          <a:prstGeom prst="rect">
            <a:avLst>
              <a:gd name="adj" fmla="val 6250"/>
            </a:avLst>
          </a:prstGeom>
          <a:solidFill>
            <a:srgbClr val="1E293B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26480" y="2286000"/>
            <a:ext cx="2286000" cy="7315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0" y="25603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Bratnet API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217920" y="306324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etimologiera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467344" y="2880360"/>
            <a:ext cx="365760" cy="274320"/>
          </a:xfrm>
          <a:prstGeom prst="rightTriangl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15400" y="2286000"/>
            <a:ext cx="2286000" cy="1463040"/>
          </a:xfrm>
          <a:prstGeom prst="rect">
            <a:avLst>
              <a:gd name="adj" fmla="val 6250"/>
            </a:avLst>
          </a:prstGeom>
          <a:solidFill>
            <a:srgbClr val="1E293B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15400" y="2286000"/>
            <a:ext cx="228600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06840" y="25603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AADE myDATA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006840" y="306324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Greek Tax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280160" y="4572000"/>
            <a:ext cx="3657600" cy="1188720"/>
          </a:xfrm>
          <a:prstGeom prst="rect">
            <a:avLst>
              <a:gd name="adj" fmla="val 7692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280160" y="46634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(local audit)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280160" y="512064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κάθε παραστατικού + series counters + customer cache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749040" y="3749040"/>
            <a:ext cx="0" cy="822960"/>
          </a:xfrm>
          <a:prstGeom prst="line">
            <a:avLst/>
          </a:prstGeom>
          <a:noFill/>
          <a:ln w="25400">
            <a:solidFill>
              <a:srgbClr val="3B82F6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6400800" y="448056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Σχεδιαστικές αρχές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00800" y="489204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env → DB sync μία φορά στο boot (single source of truth)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00800" y="525780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Zustand cache για customers / series / company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400800" y="56235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Auto-retry στο AADE error 603 (έως 5 προσπάθειες)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137160" cy="13716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411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Τι υποστηρίζει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601200" y="64922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myAade App · 2025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3657600" cy="2194560"/>
          </a:xfrm>
          <a:prstGeom prst="rect">
            <a:avLst>
              <a:gd name="adj" fmla="val 416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80160"/>
            <a:ext cx="73152" cy="21945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50876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Τιμολόγια Χονδρικής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05740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· Τύποι 1.1 · 2.1 · 2.4 · 5.1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56032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Με ή χωρίς POS · Επί πιστώσει · Μετρητά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1280160"/>
            <a:ext cx="3657600" cy="2194560"/>
          </a:xfrm>
          <a:prstGeom prst="rect">
            <a:avLst>
              <a:gd name="adj" fmla="val 416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43400" y="1280160"/>
            <a:ext cx="73152" cy="21945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150876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Αποδείξεις Λιανικής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205740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· Τύποι 11.1 · 11.2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256032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Πάντα με ταυτόχρονη πληρωμή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38160" y="1280160"/>
            <a:ext cx="3657600" cy="2194560"/>
          </a:xfrm>
          <a:prstGeom prst="rect">
            <a:avLst>
              <a:gd name="adj" fmla="val 416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38160" y="1280160"/>
            <a:ext cx="73152" cy="2194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0" y="150876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 Signature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12480" y="205740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createSimSign → sendSimInvoice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412480" y="256032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signature για πληρωμή με κάρτα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657600"/>
            <a:ext cx="3657600" cy="2194560"/>
          </a:xfrm>
          <a:prstGeom prst="rect">
            <a:avLst>
              <a:gd name="adj" fmla="val 416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3657600"/>
            <a:ext cx="73152" cy="219456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3886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Ετεροχρονισμένη Πληρωμή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22960" y="443484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createSign → updatePayments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22960" y="49377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Εξόφληση εκκρεμών B2B μέσω POS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343400" y="3657600"/>
            <a:ext cx="3657600" cy="2194560"/>
          </a:xfrm>
          <a:prstGeom prst="rect">
            <a:avLst>
              <a:gd name="adj" fmla="val 416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43400" y="3657600"/>
            <a:ext cx="73152" cy="219456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17720" y="3886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Ιστορικό &amp; Αναζήτηση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617720" y="443484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Φίλτρα ΑΦΜ / MARK / Ημερομηνίες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617720" y="49377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Pagination + σύνολα περιόδου από backend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38160" y="3657600"/>
            <a:ext cx="3657600" cy="2194560"/>
          </a:xfrm>
          <a:prstGeom prst="rect">
            <a:avLst>
              <a:gd name="adj" fmla="val 416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38160" y="3657600"/>
            <a:ext cx="73152" cy="21945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12480" y="3886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 UI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412480" y="443484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sidebar · Filter modal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412480" y="49377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view σε κινητό · Skeleton loaders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137160" cy="13716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411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Τεχνολογίες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601200" y="64922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myAade App · 2025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303520" cy="4846320"/>
          </a:xfrm>
          <a:prstGeom prst="rect">
            <a:avLst>
              <a:gd name="adj" fmla="val 2264"/>
            </a:avLst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371600"/>
            <a:ext cx="5303520" cy="7315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459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600" kern="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201168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TypeScript SPA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868680" y="2834640"/>
            <a:ext cx="164592" cy="1645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27432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91840" y="27432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framework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68680" y="3337560"/>
            <a:ext cx="164592" cy="1645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0" y="32461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291840" y="32461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Type-safe codebase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68680" y="3840480"/>
            <a:ext cx="164592" cy="1645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0" y="37490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291840" y="37490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Utility-first styling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68680" y="4343400"/>
            <a:ext cx="164592" cy="1645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0" y="42519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291840" y="42519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dev server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68680" y="4846320"/>
            <a:ext cx="164592" cy="1645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88720" y="4754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Zustand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291840" y="47548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state cache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68680" y="5349240"/>
            <a:ext cx="164592" cy="1645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88720" y="52578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Router 7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291840" y="52578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routing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0" y="1371600"/>
            <a:ext cx="5303520" cy="4846320"/>
          </a:xfrm>
          <a:prstGeom prst="rect">
            <a:avLst>
              <a:gd name="adj" fmla="val 2264"/>
            </a:avLst>
          </a:prstGeom>
          <a:solidFill>
            <a:srgbClr val="1E293B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09360" y="1371600"/>
            <a:ext cx="5303520" cy="7315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37960" y="16459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6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537960" y="201168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REST API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629400" y="2834640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949440" y="27432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18+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052560" y="27432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629400" y="3337560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49440" y="32461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5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052560" y="32461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framework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629400" y="3840480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49440" y="37490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better-sqlite3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9052560" y="37490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SQL DB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629400" y="4343400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949440" y="42519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Axios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9052560" y="42519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client to Bratnet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629400" y="4846320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949440" y="4754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dotenv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9052560" y="47548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Env-based config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629400" y="5349240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949440" y="52578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nodemon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9052560" y="52578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auto-reload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212080" y="2103120"/>
            <a:ext cx="1737360" cy="1463040"/>
          </a:xfrm>
          <a:prstGeom prst="rightTriangl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4023360"/>
            <a:ext cx="121889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spc="6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0" y="50292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σενάρια · ~2 λεπτά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60704" y="566928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60704" y="598932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Λιανική απόδειξη με POS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413504" y="566928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413504" y="598932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Εξόφληση εκκρεμούς B2B από Ιστορικό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66304" y="566928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66304" y="598932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Φιλτράρισμα + σύνολα περιόδου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137160" cy="13716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411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· Bratnet Reference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601200" y="64922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myAade App · 2025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11064240" cy="1371600"/>
          </a:xfrm>
          <a:prstGeom prst="rect">
            <a:avLst>
              <a:gd name="adj" fmla="val 6667"/>
            </a:avLst>
          </a:prstGeom>
          <a:solidFill>
            <a:srgbClr val="1E3A8A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80160"/>
            <a:ext cx="73152" cy="13716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4173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εφαρμογή θα γίνει open-source reference implementation της Bratnet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196596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Στόχος: παράδειγμα καθαρής, σύγχρονης ενσωμάτωσης για developers και επιχειρήσεις που θέλουν να συνδέσουν δικά τους συστήματα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29260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Τι το κάνει αξιοποιήσιμο ως reference: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429000"/>
            <a:ext cx="5394960" cy="1325880"/>
          </a:xfrm>
          <a:prstGeom prst="rect">
            <a:avLst>
              <a:gd name="adj" fmla="val 55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3840480"/>
            <a:ext cx="502920" cy="5029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17320" y="365760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Καθαρή αρχιτεκτονική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17320" y="406908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 για config · DB για state · zustand για cache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80760" y="3429000"/>
            <a:ext cx="5394960" cy="1325880"/>
          </a:xfrm>
          <a:prstGeom prst="rect">
            <a:avLst>
              <a:gd name="adj" fmla="val 55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3840480"/>
            <a:ext cx="502920" cy="5029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0936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949440" y="365760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codebase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949440" y="406908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Σχόλια σε κάθε route, validation και complex hook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4892040"/>
            <a:ext cx="5394960" cy="1325880"/>
          </a:xfrm>
          <a:prstGeom prst="rect">
            <a:avLst>
              <a:gd name="adj" fmla="val 55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5303520"/>
            <a:ext cx="502920" cy="5029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5303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417320" y="512064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gotchas λυμένα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417320" y="553212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Auto-retry στο 603 · tidNsp naming · transactionId dedup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080760" y="4892040"/>
            <a:ext cx="5394960" cy="1325880"/>
          </a:xfrm>
          <a:prstGeom prst="rect">
            <a:avLst>
              <a:gd name="adj" fmla="val 55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9360" y="5303520"/>
            <a:ext cx="502920" cy="5029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09360" y="5303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949440" y="512064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Production-ready UX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949440" y="553212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loaders · Toasts · Validation · Mobile-first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" y="164592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Ευχαριστώ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1097280" y="28346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i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&amp; A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1097280" y="4572000"/>
            <a:ext cx="9966960" cy="1463040"/>
          </a:xfrm>
          <a:prstGeom prst="rect">
            <a:avLst>
              <a:gd name="adj" fmla="val 625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4754880"/>
            <a:ext cx="9601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Ρετσιλάς Γεώργιος   </a:t>
            </a:r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Α.Μ. 2022143
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Ελεύθερη Επιλογή · 8ο Εξάμηνο
</a:t>
            </a:r>
            <a:pPr indent="0" marL="0">
              <a:buNone/>
            </a:pPr>
            <a:r>
              <a:rPr lang="en-US" sz="1200" i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myAade App — σε συνεργασία με Bratnet (etimologiera)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2026-05-14T20:00:26Z</dcterms:created>
  <dcterms:modified xsi:type="dcterms:W3CDTF">2026-05-14T20:00:26Z</dcterms:modified>
</cp:coreProperties>
</file>