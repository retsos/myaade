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109728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517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Ηλεκτρονική Τιμολόγηση μέσω myDATA ΑΑΔΕ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συνεργασία με Bratnet (etimologiera)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36576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4406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Ρετσιλάς Γεώργιος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Α.Μ. 2022143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Ελεύθερη Επιλογή · 8ο Εξάμηνο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0" y="5943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πρόβλημα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754880"/>
          </a:xfrm>
          <a:prstGeom prst="rect">
            <a:avLst>
              <a:gd name="adj" fmla="val 192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των παραστατικών στην Ελλάδα πρέπει να υποβάλλονται στο myDATA της ΑΑΔΕ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Νομική απαίτηση από 2021 · Καθημερινή ανάγκη για κάθε επιχείρηση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το κάνει δύσκολο;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822960" cy="640080"/>
          </a:xfrm>
          <a:prstGeom prst="rect">
            <a:avLst>
              <a:gd name="adj" fmla="val 1142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920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διαφορετικοί τύποι παραστατικών (1.1, 2.1, 5.1, 11.1, 11.2)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880360"/>
            <a:ext cx="822960" cy="640080"/>
          </a:xfrm>
          <a:prstGeom prst="rect">
            <a:avLst>
              <a:gd name="adj" fmla="val 1142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διαφορετικό flow με digital signature (createSimSign)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822960" cy="640080"/>
          </a:xfrm>
          <a:prstGeom prst="rect">
            <a:avLst>
              <a:gd name="adj" fmla="val 1142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840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πληρωμές B2B με ετεροχρονισμένη εξόφληση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4800600"/>
            <a:ext cx="822960" cy="640080"/>
          </a:xfrm>
          <a:prstGeom prst="rect">
            <a:avLst>
              <a:gd name="adj" fmla="val 1142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800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800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σύνθετα payloads · 100+ πεδία ανά παραστατικό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28600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286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9504" y="2880360"/>
            <a:ext cx="365760" cy="274320"/>
          </a:xfrm>
          <a:prstGeom prst="rightTriangl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286000"/>
            <a:ext cx="228600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286000"/>
            <a:ext cx="2286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78424" y="2880360"/>
            <a:ext cx="365760" cy="274320"/>
          </a:xfrm>
          <a:prstGeom prst="rightTriangl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86000"/>
            <a:ext cx="228600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286000"/>
            <a:ext cx="2286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Bratnet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etimologiera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67344" y="2880360"/>
            <a:ext cx="365760" cy="274320"/>
          </a:xfrm>
          <a:prstGeom prst="rightTriangl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2286000"/>
            <a:ext cx="228600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2286000"/>
            <a:ext cx="2286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 myDATA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Tax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80160" y="4572000"/>
            <a:ext cx="3657600" cy="1188720"/>
          </a:xfrm>
          <a:prstGeom prst="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28016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audit)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120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κάθε παραστατικού + series counters + customer cache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3749040"/>
            <a:ext cx="0" cy="82296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Σχεδιαστικές αρχές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 → DB sync μία φορά στο boot (single source of truth)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Zustand cache για customers / series / company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623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Auto-retry στο AADE error 603 (έως 5 προσπάθειες)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υποστηρίζει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Τιμολόγια Χονδρικής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Τύποι 1.1 · 2.1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ή χωρίς POS · Επί πιστώσει · Μετρητά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65760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280160"/>
            <a:ext cx="73152" cy="21945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Πιστωτικά Τιμολόγια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Τύπος 5.1 · με correlatedInvoices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picker αρχικού · auto-fill ποσού/πελάτη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65760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28016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Αποδείξεις Λιανικής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Τύποι 11.1 · 11.2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Πάντα με ταυτόχρονη πληρωμή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65760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Signature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createSimSign → sendSimInvoice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937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για πληρωμή με κάρτα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365760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657600"/>
            <a:ext cx="73152" cy="21945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Ετεροχρονισμένη Πληρωμή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createSign → updatePayments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937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Εξόφληση εκκρεμών B2B μέσω POS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657600"/>
            <a:ext cx="365760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65760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Ιστορικό · Mobile UI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Φίλτρα ΑΦΜ / MARK / Ημερομηνίες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4937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σύνολα + responsive cards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Τεχνολογίες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846320"/>
          </a:xfrm>
          <a:prstGeom prst="rect">
            <a:avLst>
              <a:gd name="adj" fmla="val 2264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303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SPA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34340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dev server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84632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state cache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3492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371600"/>
            <a:ext cx="5303520" cy="4846320"/>
          </a:xfrm>
          <a:prstGeom prst="rect">
            <a:avLst>
              <a:gd name="adj" fmla="val 2264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371600"/>
            <a:ext cx="5303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629400" y="2834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5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3337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5256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framework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29400" y="38404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5256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 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43434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to Bratnet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29400" y="4846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config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29400" y="53492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05256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auto-reload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2103120"/>
            <a:ext cx="1737360" cy="1463040"/>
          </a:xfrm>
          <a:prstGeom prst="rightTriangl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023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σενάρια · ~2 λεπτά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0704" y="566928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704" y="59893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Λιανική απόδειξη με POS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13504" y="566928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13504" y="59893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Εξόφληση εκκρεμούς B2B από Ιστορικό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66304" y="566928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66304" y="59893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Φιλτράρισμα + σύνολα περιόδου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Bratnet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371600"/>
          </a:xfrm>
          <a:prstGeom prst="rect">
            <a:avLst>
              <a:gd name="adj" fmla="val 6667"/>
            </a:avLst>
          </a:prstGeom>
          <a:solidFill>
            <a:srgbClr val="1E3A8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εφαρμογή θα γίνει open-source reference implementation της Bratnet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Στόχος: παράδειγμα καθαρής, σύγχρονης ενσωμάτωσης για developers και επιχειρήσεις που θέλουν να συνδέσουν δικά τους συστήματα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το κάνει αξιοποιήσιμο ως reference: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94960" cy="1325880"/>
          </a:xfrm>
          <a:prstGeom prst="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657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Καθαρή αρχιτεκτονική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069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για config · DB για state · zustand για cache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429000"/>
            <a:ext cx="5394960" cy="1325880"/>
          </a:xfrm>
          <a:prstGeom prst="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840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3657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codebase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4069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Σχόλια σε κάθε route, validation και complex hook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94960" cy="1325880"/>
          </a:xfrm>
          <a:prstGeom prst="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gotchas λυμένα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532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603 · tidNsp naming · correlatedInvoices για 5.1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94960" cy="1325880"/>
          </a:xfrm>
          <a:prstGeom prst="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303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UX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5532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loaders · Toasts · Validation · Mobile-first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9728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4572000"/>
            <a:ext cx="996696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7548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Ρετσιλάς Γεώργιος 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Α.Μ. 2022143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Ελεύθερη Επιλογή · 8ο Εξάμηνο
</a:t>
            </a:r>
            <a:pPr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— σε συνεργασία με Bratnet (etimologiera)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2026-05-16T10:38:48Z</dcterms:created>
  <dcterms:modified xsi:type="dcterms:W3CDTF">2026-05-16T10:38:48Z</dcterms:modified>
</cp:coreProperties>
</file>